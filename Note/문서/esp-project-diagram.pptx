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57" d="100"/>
          <a:sy n="57" d="100"/>
        </p:scale>
        <p:origin x="114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0A657-7C91-45B5-AFC1-FDE2B04DA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6AFA2F-FB0C-4704-98FE-898C65861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7826E8-1F03-4B59-B7F1-6C45FA67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CBD-2F07-4FB3-88CB-4BA7FCCECD2D}" type="datetimeFigureOut">
              <a:rPr lang="ko-KR" altLang="en-US" smtClean="0"/>
              <a:t>2021-09-02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B8165F-60FE-4989-BFE2-42AD7A01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0350EC-25AA-4D1A-B068-A47DAFF5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79913-C541-4C20-BAB2-9FDCB24D3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10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44665-B6C3-4685-AE85-B5F226BEC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C723AC-0C8D-4753-BA58-226073764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BE3FF8-6EAD-41F1-B957-3934B23B0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CBD-2F07-4FB3-88CB-4BA7FCCECD2D}" type="datetimeFigureOut">
              <a:rPr lang="ko-KR" altLang="en-US" smtClean="0"/>
              <a:t>2021-09-02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F4DDD0-C991-422E-A85F-B6F69BD1A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0E703A-976F-4142-9450-23561CE0A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79913-C541-4C20-BAB2-9FDCB24D3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51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BEF7A-C868-4C60-A701-2282FD330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20A883-695D-41AA-A820-672677EB8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D75F2D-8F9B-4689-B9DD-C31A3BB88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CBD-2F07-4FB3-88CB-4BA7FCCECD2D}" type="datetimeFigureOut">
              <a:rPr lang="ko-KR" altLang="en-US" smtClean="0"/>
              <a:t>2021-09-02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906B99-5FF5-4038-9492-9CAB1B5FB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3691CA-9072-42AD-966B-F928832D4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79913-C541-4C20-BAB2-9FDCB24D3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93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E7E58-CEF8-4ECB-AB32-66A4A1598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DC7E33-49D4-4EB3-84A9-575F1D0EB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8062B6-F4FF-4B60-8BB4-90354CB51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02B6FD-B89B-402C-809A-C52DD357B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CBD-2F07-4FB3-88CB-4BA7FCCECD2D}" type="datetimeFigureOut">
              <a:rPr lang="ko-KR" altLang="en-US" smtClean="0"/>
              <a:t>2021-09-02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A1FD8F-4F9C-4AAB-86EF-BA5F9AC66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E4A679-2428-4B79-8A5D-0741E4E12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79913-C541-4C20-BAB2-9FDCB24D3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68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9468F-40D4-4527-80D9-084C2A4A5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F65579-8E8E-408D-9F94-37C57E5CA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98013E-AC55-4E4A-BE9A-0ECC86A34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1F84F0-AF3B-446B-9D14-E69AD5C5AA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409FC66-94F4-4DA8-9F4F-418214F8FF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9A93BC-CF8C-40DE-BECA-8C8C00772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CBD-2F07-4FB3-88CB-4BA7FCCECD2D}" type="datetimeFigureOut">
              <a:rPr lang="ko-KR" altLang="en-US" smtClean="0"/>
              <a:t>2021-09-02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6EA6ED-C9A3-40C0-8724-F8A477A7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9AF754C-704B-423D-B0EF-297C70EB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79913-C541-4C20-BAB2-9FDCB24D3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495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AF7E4-F9B9-4452-94A0-B0597808F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B2B76F-A660-4673-BA44-90F74985A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CBD-2F07-4FB3-88CB-4BA7FCCECD2D}" type="datetimeFigureOut">
              <a:rPr lang="ko-KR" altLang="en-US" smtClean="0"/>
              <a:t>2021-09-02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CDEAE0-7C84-4DC2-872B-F7B7C474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F98D0F-5657-43CD-BEAE-8E8EA1CA5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79913-C541-4C20-BAB2-9FDCB24D3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023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7458DCA-A089-4838-8722-2702F911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CBD-2F07-4FB3-88CB-4BA7FCCECD2D}" type="datetimeFigureOut">
              <a:rPr lang="ko-KR" altLang="en-US" smtClean="0"/>
              <a:t>2021-09-02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BBEA18-912F-46C0-8DCC-E161A89F0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23A7EA-71FD-41B1-B152-97CCA13F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79913-C541-4C20-BAB2-9FDCB24D3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0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1BFCA8-E769-424A-BBCD-BC5192BF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ABDF64-EB34-4B4E-ACFD-8A14AA878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8352D2-FC2B-4521-AA5A-03CE15B7F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0660A7-70F9-449D-9ACF-91AE4039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CBD-2F07-4FB3-88CB-4BA7FCCECD2D}" type="datetimeFigureOut">
              <a:rPr lang="ko-KR" altLang="en-US" smtClean="0"/>
              <a:t>2021-09-02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00EE72-46FF-4A40-95D8-44C833A79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57289D-F2E5-4A0E-843B-CB0352449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79913-C541-4C20-BAB2-9FDCB24D3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302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7C017-25B7-4D15-B832-A86816A6D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9194FD-0586-4921-9364-D56270AD3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F05DC4-A6B5-4D99-A5FB-D7ED1D421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09E4F6-D98D-41A5-8A0C-47952C7CB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CBD-2F07-4FB3-88CB-4BA7FCCECD2D}" type="datetimeFigureOut">
              <a:rPr lang="ko-KR" altLang="en-US" smtClean="0"/>
              <a:t>2021-09-02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59C7D7-FD05-4DCD-8D38-4CAD1FCD0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1B5156-905D-4393-A27B-B7A1B823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79913-C541-4C20-BAB2-9FDCB24D3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63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B35F3-6B10-48CD-8F62-4D24A166A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929A4A-7591-493F-ABAA-857AE7E27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3B2745-CF1C-4F99-AAC7-EF674B8D8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CBD-2F07-4FB3-88CB-4BA7FCCECD2D}" type="datetimeFigureOut">
              <a:rPr lang="ko-KR" altLang="en-US" smtClean="0"/>
              <a:t>2021-09-02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7E741-04A2-4932-B6C2-88ACBC076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EEA90F-3A55-4491-8083-10D808D1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79913-C541-4C20-BAB2-9FDCB24D3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28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0C02F5-A72F-41FE-8E7F-0302946115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856932-D2E0-4BD7-8755-4FF4FB83C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78A821-C408-4696-AD28-848FC1F95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CBD-2F07-4FB3-88CB-4BA7FCCECD2D}" type="datetimeFigureOut">
              <a:rPr lang="ko-KR" altLang="en-US" smtClean="0"/>
              <a:t>2021-09-02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FA3022-62BD-4E16-B98F-EDB9CCEC9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023A87-1622-4810-8DB8-D0F89B79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79913-C541-4C20-BAB2-9FDCB24D3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426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BD1C1C-500E-404A-97B1-3C1BC939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8BC4A7-8877-4D11-8152-F5C60B567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3AEA15-10DA-4173-BD5A-1CEACA995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DECBD-2F07-4FB3-88CB-4BA7FCCECD2D}" type="datetimeFigureOut">
              <a:rPr lang="ko-KR" altLang="en-US" smtClean="0"/>
              <a:t>2021-09-02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910D35-0344-4B34-850D-5EA932269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16AD94-4149-4622-A369-3DF9229AF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79913-C541-4C20-BAB2-9FDCB24D3F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839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9B3AE6A-4F6C-4B85-85AC-A17C84D579B2}"/>
              </a:ext>
            </a:extLst>
          </p:cNvPr>
          <p:cNvSpPr/>
          <p:nvPr/>
        </p:nvSpPr>
        <p:spPr>
          <a:xfrm>
            <a:off x="9418710" y="1451746"/>
            <a:ext cx="1125380" cy="922826"/>
          </a:xfrm>
          <a:prstGeom prst="roundRect">
            <a:avLst/>
          </a:prstGeom>
          <a:ln w="1270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사다리꼴 4">
            <a:extLst>
              <a:ext uri="{FF2B5EF4-FFF2-40B4-BE49-F238E27FC236}">
                <a16:creationId xmlns:a16="http://schemas.microsoft.com/office/drawing/2014/main" id="{8900154D-B87E-4EAC-A218-80259967D1C6}"/>
              </a:ext>
            </a:extLst>
          </p:cNvPr>
          <p:cNvSpPr/>
          <p:nvPr/>
        </p:nvSpPr>
        <p:spPr>
          <a:xfrm rot="16200000">
            <a:off x="10715479" y="1724022"/>
            <a:ext cx="769576" cy="369338"/>
          </a:xfrm>
          <a:prstGeom prst="trapezoid">
            <a:avLst>
              <a:gd name="adj" fmla="val 43750"/>
            </a:avLst>
          </a:prstGeom>
          <a:ln w="1270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6A8E4BE2-CE5D-4F82-86FC-FD48559D8DDD}"/>
              </a:ext>
            </a:extLst>
          </p:cNvPr>
          <p:cNvSpPr/>
          <p:nvPr/>
        </p:nvSpPr>
        <p:spPr>
          <a:xfrm rot="5400000">
            <a:off x="8220440" y="1243662"/>
            <a:ext cx="539142" cy="1296701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C92FAD-CECD-4798-A65D-A46C0B3844BE}"/>
              </a:ext>
            </a:extLst>
          </p:cNvPr>
          <p:cNvSpPr txBox="1"/>
          <p:nvPr/>
        </p:nvSpPr>
        <p:spPr>
          <a:xfrm>
            <a:off x="8502676" y="2993112"/>
            <a:ext cx="3144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ESP32 CAM</a:t>
            </a:r>
            <a:endParaRPr lang="ko-KR" altLang="en-US" sz="3200" b="1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945D2F7-9225-427E-BAEF-E5633E60F4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26" t="1581" r="22683" b="-1581"/>
          <a:stretch/>
        </p:blipFill>
        <p:spPr>
          <a:xfrm>
            <a:off x="1423129" y="890083"/>
            <a:ext cx="2031716" cy="20372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5B60003-0BDC-4235-877D-E2BC73B5CA04}"/>
              </a:ext>
            </a:extLst>
          </p:cNvPr>
          <p:cNvSpPr txBox="1"/>
          <p:nvPr/>
        </p:nvSpPr>
        <p:spPr>
          <a:xfrm>
            <a:off x="5309650" y="2993112"/>
            <a:ext cx="25703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Local Server</a:t>
            </a:r>
            <a:endParaRPr lang="ko-KR" altLang="en-US" sz="3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8D160E-7593-409E-8971-8A70D29C91DA}"/>
              </a:ext>
            </a:extLst>
          </p:cNvPr>
          <p:cNvSpPr txBox="1"/>
          <p:nvPr/>
        </p:nvSpPr>
        <p:spPr>
          <a:xfrm>
            <a:off x="746247" y="2841662"/>
            <a:ext cx="3385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Port Forwarding</a:t>
            </a:r>
            <a:endParaRPr lang="ko-KR" altLang="en-US" sz="3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B7AA71-5953-4B05-9284-13C30009D7FE}"/>
              </a:ext>
            </a:extLst>
          </p:cNvPr>
          <p:cNvSpPr txBox="1"/>
          <p:nvPr/>
        </p:nvSpPr>
        <p:spPr>
          <a:xfrm>
            <a:off x="0" y="20351"/>
            <a:ext cx="26773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b="1" dirty="0"/>
              <a:t>Diagram</a:t>
            </a:r>
          </a:p>
        </p:txBody>
      </p:sp>
      <p:sp>
        <p:nvSpPr>
          <p:cNvPr id="29" name="화살표: 굽음 28">
            <a:extLst>
              <a:ext uri="{FF2B5EF4-FFF2-40B4-BE49-F238E27FC236}">
                <a16:creationId xmlns:a16="http://schemas.microsoft.com/office/drawing/2014/main" id="{0D895875-7214-4D04-89A1-3A8436272E5F}"/>
              </a:ext>
            </a:extLst>
          </p:cNvPr>
          <p:cNvSpPr/>
          <p:nvPr/>
        </p:nvSpPr>
        <p:spPr>
          <a:xfrm rot="16200000">
            <a:off x="2251012" y="3758079"/>
            <a:ext cx="1445111" cy="2079270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258A54C-0CD6-4FCF-A884-F88FDB177A34}"/>
              </a:ext>
            </a:extLst>
          </p:cNvPr>
          <p:cNvGrpSpPr/>
          <p:nvPr/>
        </p:nvGrpSpPr>
        <p:grpSpPr>
          <a:xfrm>
            <a:off x="5617539" y="1331242"/>
            <a:ext cx="1933976" cy="539143"/>
            <a:chOff x="3664866" y="1409110"/>
            <a:chExt cx="2535382" cy="651164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EE1454A-2110-4248-BD19-2038A0796437}"/>
                </a:ext>
              </a:extLst>
            </p:cNvPr>
            <p:cNvSpPr/>
            <p:nvPr/>
          </p:nvSpPr>
          <p:spPr>
            <a:xfrm>
              <a:off x="3664866" y="1409110"/>
              <a:ext cx="2535382" cy="651164"/>
            </a:xfrm>
            <a:prstGeom prst="rect">
              <a:avLst/>
            </a:prstGeom>
            <a:ln w="1270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64657FB-F7A4-4CD1-90B9-B1424DCFDBC9}"/>
                </a:ext>
              </a:extLst>
            </p:cNvPr>
            <p:cNvSpPr/>
            <p:nvPr/>
          </p:nvSpPr>
          <p:spPr>
            <a:xfrm>
              <a:off x="3841682" y="1567425"/>
              <a:ext cx="1759527" cy="33453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1F6B2003-D293-4107-A3C4-0F8A4DD5098C}"/>
                </a:ext>
              </a:extLst>
            </p:cNvPr>
            <p:cNvSpPr/>
            <p:nvPr/>
          </p:nvSpPr>
          <p:spPr>
            <a:xfrm>
              <a:off x="5732829" y="1567425"/>
              <a:ext cx="332509" cy="33453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화살표: 아래쪽 39">
            <a:extLst>
              <a:ext uri="{FF2B5EF4-FFF2-40B4-BE49-F238E27FC236}">
                <a16:creationId xmlns:a16="http://schemas.microsoft.com/office/drawing/2014/main" id="{FF8B726E-552B-44AA-928E-68A982F3EDD3}"/>
              </a:ext>
            </a:extLst>
          </p:cNvPr>
          <p:cNvSpPr/>
          <p:nvPr/>
        </p:nvSpPr>
        <p:spPr>
          <a:xfrm rot="5400000">
            <a:off x="4364070" y="1257996"/>
            <a:ext cx="539142" cy="122477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0403A64-9A2F-4B99-94C3-BD9EE0185DAE}"/>
              </a:ext>
            </a:extLst>
          </p:cNvPr>
          <p:cNvGrpSpPr/>
          <p:nvPr/>
        </p:nvGrpSpPr>
        <p:grpSpPr>
          <a:xfrm>
            <a:off x="5637081" y="2030503"/>
            <a:ext cx="1933976" cy="539143"/>
            <a:chOff x="3664866" y="1409110"/>
            <a:chExt cx="2535382" cy="651164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846FDF42-2133-43A1-ADCD-825D759DC054}"/>
                </a:ext>
              </a:extLst>
            </p:cNvPr>
            <p:cNvSpPr/>
            <p:nvPr/>
          </p:nvSpPr>
          <p:spPr>
            <a:xfrm>
              <a:off x="3664866" y="1409110"/>
              <a:ext cx="2535382" cy="651164"/>
            </a:xfrm>
            <a:prstGeom prst="rect">
              <a:avLst/>
            </a:prstGeom>
            <a:ln w="1270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5A55DC03-8827-4985-B76B-47965FB4463F}"/>
                </a:ext>
              </a:extLst>
            </p:cNvPr>
            <p:cNvSpPr/>
            <p:nvPr/>
          </p:nvSpPr>
          <p:spPr>
            <a:xfrm>
              <a:off x="3841682" y="1567425"/>
              <a:ext cx="1759527" cy="33453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114855EA-FBD4-418B-913C-086D7323F3AB}"/>
                </a:ext>
              </a:extLst>
            </p:cNvPr>
            <p:cNvSpPr/>
            <p:nvPr/>
          </p:nvSpPr>
          <p:spPr>
            <a:xfrm>
              <a:off x="5732829" y="1567425"/>
              <a:ext cx="332509" cy="33453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9EB60265-775F-4720-A2AA-A60F2A45DD6B}"/>
              </a:ext>
            </a:extLst>
          </p:cNvPr>
          <p:cNvGrpSpPr/>
          <p:nvPr/>
        </p:nvGrpSpPr>
        <p:grpSpPr>
          <a:xfrm>
            <a:off x="7952721" y="4175373"/>
            <a:ext cx="2371282" cy="2606229"/>
            <a:chOff x="7970278" y="4138756"/>
            <a:chExt cx="2371282" cy="260622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436A814F-64E4-4DE5-BA09-2A7D8D60BE9C}"/>
                </a:ext>
              </a:extLst>
            </p:cNvPr>
            <p:cNvSpPr/>
            <p:nvPr/>
          </p:nvSpPr>
          <p:spPr>
            <a:xfrm>
              <a:off x="7990951" y="4138756"/>
              <a:ext cx="2238479" cy="1115321"/>
            </a:xfrm>
            <a:prstGeom prst="roundRect">
              <a:avLst/>
            </a:prstGeom>
            <a:ln w="1587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31552D29-0EF7-4BD5-B2B2-6E0C0FA71CA8}"/>
                </a:ext>
              </a:extLst>
            </p:cNvPr>
            <p:cNvSpPr/>
            <p:nvPr/>
          </p:nvSpPr>
          <p:spPr>
            <a:xfrm>
              <a:off x="8314323" y="4351109"/>
              <a:ext cx="1591734" cy="665067"/>
            </a:xfrm>
            <a:prstGeom prst="roundRect">
              <a:avLst/>
            </a:prstGeom>
            <a:ln w="1016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485B263-C333-4DBB-BDE6-4E769DEE2413}"/>
                </a:ext>
              </a:extLst>
            </p:cNvPr>
            <p:cNvSpPr txBox="1"/>
            <p:nvPr/>
          </p:nvSpPr>
          <p:spPr>
            <a:xfrm>
              <a:off x="8502335" y="6160210"/>
              <a:ext cx="13071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b="1" dirty="0"/>
                <a:t>PC</a:t>
              </a:r>
              <a:endParaRPr lang="ko-KR" altLang="en-US" sz="3200" b="1" dirty="0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3A681DAC-F8C1-469F-9C8C-BA93B685AF6D}"/>
                </a:ext>
              </a:extLst>
            </p:cNvPr>
            <p:cNvSpPr/>
            <p:nvPr/>
          </p:nvSpPr>
          <p:spPr>
            <a:xfrm>
              <a:off x="8857824" y="5247633"/>
              <a:ext cx="504731" cy="665067"/>
            </a:xfrm>
            <a:prstGeom prst="rect">
              <a:avLst/>
            </a:prstGeom>
            <a:ln w="1270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순서도: 수행의 시작/종료 50">
              <a:extLst>
                <a:ext uri="{FF2B5EF4-FFF2-40B4-BE49-F238E27FC236}">
                  <a16:creationId xmlns:a16="http://schemas.microsoft.com/office/drawing/2014/main" id="{1A8E168F-4980-4894-AF8D-13B9D2AA1974}"/>
                </a:ext>
              </a:extLst>
            </p:cNvPr>
            <p:cNvSpPr/>
            <p:nvPr/>
          </p:nvSpPr>
          <p:spPr>
            <a:xfrm>
              <a:off x="7970278" y="5709538"/>
              <a:ext cx="2371282" cy="287599"/>
            </a:xfrm>
            <a:prstGeom prst="flowChartTermina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DC2758AF-5D55-44A2-BEED-5182118002F8}"/>
              </a:ext>
            </a:extLst>
          </p:cNvPr>
          <p:cNvGrpSpPr/>
          <p:nvPr/>
        </p:nvGrpSpPr>
        <p:grpSpPr>
          <a:xfrm>
            <a:off x="4971456" y="4155473"/>
            <a:ext cx="1938420" cy="2530900"/>
            <a:chOff x="4971456" y="4155473"/>
            <a:chExt cx="1938420" cy="25309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7936EE39-AE2C-42E9-B124-82F0F92904DF}"/>
                </a:ext>
              </a:extLst>
            </p:cNvPr>
            <p:cNvSpPr/>
            <p:nvPr/>
          </p:nvSpPr>
          <p:spPr>
            <a:xfrm>
              <a:off x="5342049" y="4155473"/>
              <a:ext cx="1181410" cy="1660927"/>
            </a:xfrm>
            <a:prstGeom prst="roundRect">
              <a:avLst/>
            </a:prstGeom>
            <a:ln w="1587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B3977177-CCF4-419B-B78A-4D83EE514739}"/>
                </a:ext>
              </a:extLst>
            </p:cNvPr>
            <p:cNvSpPr/>
            <p:nvPr/>
          </p:nvSpPr>
          <p:spPr>
            <a:xfrm>
              <a:off x="5617539" y="4445116"/>
              <a:ext cx="668494" cy="1081642"/>
            </a:xfrm>
            <a:prstGeom prst="roundRect">
              <a:avLst/>
            </a:prstGeom>
            <a:ln w="1016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E0BBFAB-34F9-4CA2-AF48-974068002B8A}"/>
                </a:ext>
              </a:extLst>
            </p:cNvPr>
            <p:cNvSpPr txBox="1"/>
            <p:nvPr/>
          </p:nvSpPr>
          <p:spPr>
            <a:xfrm>
              <a:off x="4971456" y="6101598"/>
              <a:ext cx="19384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b="1" dirty="0"/>
                <a:t>mobile</a:t>
              </a:r>
              <a:endParaRPr lang="ko-KR" altLang="en-US" sz="3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70054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</Words>
  <Application>Microsoft Office PowerPoint</Application>
  <PresentationFormat>와이드스크린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임동희</dc:creator>
  <cp:lastModifiedBy>임동희</cp:lastModifiedBy>
  <cp:revision>16</cp:revision>
  <dcterms:created xsi:type="dcterms:W3CDTF">2021-09-02T00:20:44Z</dcterms:created>
  <dcterms:modified xsi:type="dcterms:W3CDTF">2021-09-02T00:44:17Z</dcterms:modified>
</cp:coreProperties>
</file>